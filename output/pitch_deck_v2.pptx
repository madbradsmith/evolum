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jp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jp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2.jpg"/><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ovby0z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sdmwr9_5.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097253" y="929703"/>
            <a:ext cx="9997189" cy="4998594"/>
          </a:xfrm>
          <a:prstGeom prst="rect">
            <a:avLst/>
          </a:prstGeom>
        </p:spPr>
      </p:pic>
      <p:sp>
        <p:nvSpPr>
          <p:cNvPr id="5" name="Rounded Rectangle 4"/>
          <p:cNvSpPr/>
          <p:nvPr/>
        </p:nvSpPr>
        <p:spPr>
          <a:xfrm>
            <a:off x="658368" y="4681728"/>
            <a:ext cx="10881360" cy="932688"/>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900" b="1">
                <a:solidFill>
                  <a:srgbClr val="FFFFFF"/>
                </a:solidFill>
              </a:rPr>
              <a:t>When STEVE is pulled into a tense situation he does not fully understand, he must navigate mounting pressure before everything collapses.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ovby0z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xpfwna9s.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character_closeup_reflection.jpg"/>
          <p:cNvPicPr>
            <a:picLocks noChangeAspect="1"/>
          </p:cNvPicPr>
          <p:nvPr/>
        </p:nvPicPr>
        <p:blipFill>
          <a:blip r:embed="rId4"/>
          <a:stretch>
            <a:fillRect/>
          </a:stretch>
        </p:blipFill>
        <p:spPr>
          <a:xfrm>
            <a:off x="4541367" y="1097280"/>
            <a:ext cx="3108960"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Logline</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When STEVE is pulled into a tense situation he does not fully understand, he must navigate mounting pressure before everything collapses.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ovby0z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4ggwbe5o.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family_pressure_scene.jpg"/>
          <p:cNvPicPr>
            <a:picLocks noChangeAspect="1"/>
          </p:cNvPicPr>
          <p:nvPr/>
        </p:nvPicPr>
        <p:blipFill>
          <a:blip r:embed="rId4"/>
          <a:stretch>
            <a:fillRect/>
          </a:stretch>
        </p:blipFill>
        <p:spPr>
          <a:xfrm>
            <a:off x="2579519" y="1097280"/>
            <a:ext cx="7032657"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Synopsis</a:t>
            </a:r>
          </a:p>
        </p:txBody>
      </p:sp>
      <p:sp>
        <p:nvSpPr>
          <p:cNvPr id="6" name="Rounded Rectangle 5"/>
          <p:cNvSpPr/>
          <p:nvPr/>
        </p:nvSpPr>
        <p:spPr>
          <a:xfrm>
            <a:off x="6126480" y="1463040"/>
            <a:ext cx="4572000" cy="2743200"/>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l"/>
            <a:r>
              <a:rPr sz="2000" b="1">
                <a:solidFill>
                  <a:srgbClr val="FFFFFF"/>
                </a:solidFill>
              </a:rPr>
              <a:t>As pressure mounts around STEVE, incomplete information and rising tension force increasingly risky choices. What first appears to be one kind of threat gradually reveals itself to be something more complicated, pushing the story toward a reversal that challenges the protagonist's assumptions.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ovby0z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ptxomo9p.jpg"/>
          <p:cNvPicPr>
            <a:picLocks noChangeAspect="1"/>
          </p:cNvPicPr>
          <p:nvPr/>
        </p:nvPicPr>
        <p:blipFill>
          <a:blip r:embed="rId3"/>
          <a:stretch>
            <a:fillRect/>
          </a:stretch>
        </p:blipFill>
        <p:spPr>
          <a:xfrm>
            <a:off x="0" y="0"/>
            <a:ext cx="12191695" cy="6858000"/>
          </a:xfrm>
          <a:prstGeom prst="rect">
            <a:avLst/>
          </a:prstGeom>
        </p:spPr>
      </p:pic>
      <p:pic>
        <p:nvPicPr>
          <p:cNvPr id="4" name="Picture 3" descr="07_night_neon_03.jpg"/>
          <p:cNvPicPr>
            <a:picLocks noChangeAspect="1"/>
          </p:cNvPicPr>
          <p:nvPr/>
        </p:nvPicPr>
        <p:blipFill>
          <a:blip r:embed="rId4"/>
          <a:stretch>
            <a:fillRect/>
          </a:stretch>
        </p:blipFill>
        <p:spPr>
          <a:xfrm>
            <a:off x="1950671" y="1097591"/>
            <a:ext cx="8290352" cy="4662817"/>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Protagonist</a:t>
            </a:r>
          </a:p>
        </p:txBody>
      </p:sp>
      <p:sp>
        <p:nvSpPr>
          <p:cNvPr id="6" name="Rounded Rectangle 5"/>
          <p:cNvSpPr/>
          <p:nvPr/>
        </p:nvSpPr>
        <p:spPr>
          <a:xfrm>
            <a:off x="292608" y="4480560"/>
            <a:ext cx="11594592" cy="896112"/>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2000" b="1">
                <a:solidFill>
                  <a:srgbClr val="FFFFFF"/>
                </a:solidFill>
              </a:rPr>
              <a:t>STEVE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ovby0z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4ggwbe5o.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family_pressure_scene.jpg"/>
          <p:cNvPicPr>
            <a:picLocks noChangeAspect="1"/>
          </p:cNvPicPr>
          <p:nvPr/>
        </p:nvPicPr>
        <p:blipFill>
          <a:blip r:embed="rId4"/>
          <a:stretch>
            <a:fillRect/>
          </a:stretch>
        </p:blipFill>
        <p:spPr>
          <a:xfrm>
            <a:off x="2579519" y="1097280"/>
            <a:ext cx="7032657"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World</a:t>
            </a:r>
          </a:p>
        </p:txBody>
      </p:sp>
      <p:sp>
        <p:nvSpPr>
          <p:cNvPr id="6" name="Rounded Rectangle 5"/>
          <p:cNvSpPr/>
          <p:nvPr/>
        </p:nvSpPr>
        <p:spPr>
          <a:xfrm>
            <a:off x="292608" y="4480560"/>
            <a:ext cx="11594592" cy="896112"/>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2000" b="1">
                <a:solidFill>
                  <a:srgbClr val="FFFFFF"/>
                </a:solidFill>
              </a:rPr>
              <a:t>feature / nightlife comedy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ovby0z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xpfwna9s.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character_closeup_reflection.jpg"/>
          <p:cNvPicPr>
            <a:picLocks noChangeAspect="1"/>
          </p:cNvPicPr>
          <p:nvPr/>
        </p:nvPicPr>
        <p:blipFill>
          <a:blip r:embed="rId4"/>
          <a:stretch>
            <a:fillRect/>
          </a:stretch>
        </p:blipFill>
        <p:spPr>
          <a:xfrm>
            <a:off x="4541367" y="1097280"/>
            <a:ext cx="3108960"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Hook</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When STEVE is pulled into a tense situation he does not fully understand, he must navigate mounting pressure before everything collapses.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ovby0z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4ggwbe5o.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family_pressure_scene.jpg"/>
          <p:cNvPicPr>
            <a:picLocks noChangeAspect="1"/>
          </p:cNvPicPr>
          <p:nvPr/>
        </p:nvPicPr>
        <p:blipFill>
          <a:blip r:embed="rId4"/>
          <a:stretch>
            <a:fillRect/>
          </a:stretch>
        </p:blipFill>
        <p:spPr>
          <a:xfrm>
            <a:off x="2579519" y="1097280"/>
            <a:ext cx="7032657"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Conflict</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Steve must navigate mounting pressure without fully understanding the situation.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ovby0z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sdmwr9_5.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950671" y="1356412"/>
            <a:ext cx="8290352" cy="4145176"/>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Stakes</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Steve must navigate mounting pressure without fully understanding the situation.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ovby0z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2vlf7i90.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internal_conflict_stare.jpg"/>
          <p:cNvPicPr>
            <a:picLocks noChangeAspect="1"/>
          </p:cNvPicPr>
          <p:nvPr/>
        </p:nvPicPr>
        <p:blipFill>
          <a:blip r:embed="rId4"/>
          <a:stretch>
            <a:fillRect/>
          </a:stretch>
        </p:blipFill>
        <p:spPr>
          <a:xfrm>
            <a:off x="4541646" y="1097280"/>
            <a:ext cx="3108403"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Tone</a:t>
            </a:r>
          </a:p>
        </p:txBody>
      </p:sp>
      <p:sp>
        <p:nvSpPr>
          <p:cNvPr id="6" name="Rounded Rectangle 5"/>
          <p:cNvSpPr/>
          <p:nvPr/>
        </p:nvSpPr>
        <p:spPr>
          <a:xfrm>
            <a:off x="292608" y="4480560"/>
            <a:ext cx="11594592" cy="896112"/>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2000" b="1">
                <a:solidFill>
                  <a:srgbClr val="FFFFFF"/>
                </a:solidFill>
              </a:rPr>
              <a:t>chaotic, funny, awkward, energetic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ovby0z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sdmwr9_5.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950671" y="1356412"/>
            <a:ext cx="8290352" cy="4145176"/>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Story Engine</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Steve tries to keep one wild night under control, but every bad decision turns the evening into a bigger social disaster.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ovby0z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vl62qyd0.jpg"/>
          <p:cNvPicPr>
            <a:picLocks noChangeAspect="1"/>
          </p:cNvPicPr>
          <p:nvPr/>
        </p:nvPicPr>
        <p:blipFill>
          <a:blip r:embed="rId3"/>
          <a:stretch>
            <a:fillRect/>
          </a:stretch>
        </p:blipFill>
        <p:spPr>
          <a:xfrm>
            <a:off x="0" y="0"/>
            <a:ext cx="12191695" cy="6858000"/>
          </a:xfrm>
          <a:prstGeom prst="rect">
            <a:avLst/>
          </a:prstGeom>
        </p:spPr>
      </p:pic>
      <p:pic>
        <p:nvPicPr>
          <p:cNvPr id="4" name="Picture 3" descr="05_nature_epic_01.jpg"/>
          <p:cNvPicPr>
            <a:picLocks noChangeAspect="1"/>
          </p:cNvPicPr>
          <p:nvPr/>
        </p:nvPicPr>
        <p:blipFill>
          <a:blip r:embed="rId4"/>
          <a:stretch>
            <a:fillRect/>
          </a:stretch>
        </p:blipFill>
        <p:spPr>
          <a:xfrm>
            <a:off x="2986887" y="1097280"/>
            <a:ext cx="6217920"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Reversal</a:t>
            </a:r>
          </a:p>
        </p:txBody>
      </p:sp>
      <p:sp>
        <p:nvSpPr>
          <p:cNvPr id="6" name="Rounded Rectangle 5"/>
          <p:cNvSpPr/>
          <p:nvPr/>
        </p:nvSpPr>
        <p:spPr>
          <a:xfrm>
            <a:off x="530352" y="2779776"/>
            <a:ext cx="4114800" cy="2121408"/>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l"/>
            <a:r>
              <a:rPr sz="1900" b="1">
                <a:solidFill>
                  <a:srgbClr val="FFFFFF"/>
                </a:solidFill>
              </a:rPr>
              <a:t>The truth behind the situation is different from what the protagonist first assumes.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eovby0z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sdmwr9_5.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950671" y="1356412"/>
            <a:ext cx="8290352" cy="4145176"/>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Why This Movie</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Steve tries to keep one wild night under control, but every bad decision turns the evening into a bigger social disaster.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