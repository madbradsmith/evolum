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jp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jp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kfxc62t4.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097253" y="929703"/>
            <a:ext cx="9997189" cy="4998594"/>
          </a:xfrm>
          <a:prstGeom prst="rect">
            <a:avLst/>
          </a:prstGeom>
        </p:spPr>
      </p:pic>
      <p:sp>
        <p:nvSpPr>
          <p:cNvPr id="5" name="Rounded Rectangle 4"/>
          <p:cNvSpPr/>
          <p:nvPr/>
        </p:nvSpPr>
        <p:spPr>
          <a:xfrm>
            <a:off x="658368" y="4681728"/>
            <a:ext cx="10881360" cy="932688"/>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900" b="1">
                <a:solidFill>
                  <a:srgbClr val="FFFFFF"/>
                </a:solidFill>
              </a:rPr>
              <a:t>When ELIAS is pulled into a tense situation he does not fully understand, he must navigate mounting pressure before everything collapses.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sf4lp4fj.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character_closeup_reflection.jpg"/>
          <p:cNvPicPr>
            <a:picLocks noChangeAspect="1"/>
          </p:cNvPicPr>
          <p:nvPr/>
        </p:nvPicPr>
        <p:blipFill>
          <a:blip r:embed="rId4"/>
          <a:stretch>
            <a:fillRect/>
          </a:stretch>
        </p:blipFill>
        <p:spPr>
          <a:xfrm>
            <a:off x="4541367" y="1097280"/>
            <a:ext cx="310896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Logline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When ELIAS is pulled into a tense situation he does not fully understand, he must navigate mounting pressure before everything collapses.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k6dz162u.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Synopsis</a:t>
            </a:r>
          </a:p>
        </p:txBody>
      </p:sp>
      <p:sp>
        <p:nvSpPr>
          <p:cNvPr id="6" name="Rounded Rectangle 5"/>
          <p:cNvSpPr/>
          <p:nvPr/>
        </p:nvSpPr>
        <p:spPr>
          <a:xfrm>
            <a:off x="6126480" y="1463040"/>
            <a:ext cx="4572000" cy="2743200"/>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l"/>
            <a:r>
              <a:rPr sz="2000" b="1">
                <a:solidFill>
                  <a:srgbClr val="FFFFFF"/>
                </a:solidFill>
              </a:rPr>
              <a:t>As pressure mounts around ELIAS, incomplete information and rising tension force increasingly risky choices. What first appears to be one kind of threat gradually reveals itself to be something more complicated, pushing the story toward a reversal that challenges the protagonist's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0ny6pu7j.jpg"/>
          <p:cNvPicPr>
            <a:picLocks noChangeAspect="1"/>
          </p:cNvPicPr>
          <p:nvPr/>
        </p:nvPicPr>
        <p:blipFill>
          <a:blip r:embed="rId3"/>
          <a:stretch>
            <a:fillRect/>
          </a:stretch>
        </p:blipFill>
        <p:spPr>
          <a:xfrm>
            <a:off x="0" y="0"/>
            <a:ext cx="12191695" cy="6858000"/>
          </a:xfrm>
          <a:prstGeom prst="rect">
            <a:avLst/>
          </a:prstGeom>
        </p:spPr>
      </p:pic>
      <p:pic>
        <p:nvPicPr>
          <p:cNvPr id="4" name="Picture 3" descr="07_night_neon_03.jpg"/>
          <p:cNvPicPr>
            <a:picLocks noChangeAspect="1"/>
          </p:cNvPicPr>
          <p:nvPr/>
        </p:nvPicPr>
        <p:blipFill>
          <a:blip r:embed="rId4"/>
          <a:stretch>
            <a:fillRect/>
          </a:stretch>
        </p:blipFill>
        <p:spPr>
          <a:xfrm>
            <a:off x="1950671" y="1097591"/>
            <a:ext cx="8290352" cy="4662817"/>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Protagonist</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ELIAS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k6dz162u.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World</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feature / fantasy satire comedy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sf4lp4fj.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character_closeup_reflection.jpg"/>
          <p:cNvPicPr>
            <a:picLocks noChangeAspect="1"/>
          </p:cNvPicPr>
          <p:nvPr/>
        </p:nvPicPr>
        <p:blipFill>
          <a:blip r:embed="rId4"/>
          <a:stretch>
            <a:fillRect/>
          </a:stretch>
        </p:blipFill>
        <p:spPr>
          <a:xfrm>
            <a:off x="4541367" y="1097280"/>
            <a:ext cx="310896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Hook</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When ELIAS is pulled into a tense situation he does not fully understand, he must navigate mounting pressure before everything collapses.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k6dz162u.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Conflict</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Elias must navigate ridiculous power structures, inflated egos, and escalating chaos without losing the part of themselves that makes them dangerous.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kfxc62t4.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Stakes</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Elias must navigate ridiculous power structures, inflated egos, and escalating chaos without losing the part of themselves that makes them dangerous.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42tgct6m.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internal_conflict_stare.jpg"/>
          <p:cNvPicPr>
            <a:picLocks noChangeAspect="1"/>
          </p:cNvPicPr>
          <p:nvPr/>
        </p:nvPicPr>
        <p:blipFill>
          <a:blip r:embed="rId4"/>
          <a:stretch>
            <a:fillRect/>
          </a:stretch>
        </p:blipFill>
        <p:spPr>
          <a:xfrm>
            <a:off x="4541646" y="1097280"/>
            <a:ext cx="3108403"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Tone</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playful, witty, satirical, adventurous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kfxc62t4.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Story Engine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Elias stumbles into a role far bigger than expected, and each attempt to survive the absurd rules of the kingdom only pulls the chaos closer.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_i57q7ry.jpg"/>
          <p:cNvPicPr>
            <a:picLocks noChangeAspect="1"/>
          </p:cNvPicPr>
          <p:nvPr/>
        </p:nvPicPr>
        <p:blipFill>
          <a:blip r:embed="rId3"/>
          <a:stretch>
            <a:fillRect/>
          </a:stretch>
        </p:blipFill>
        <p:spPr>
          <a:xfrm>
            <a:off x="0" y="0"/>
            <a:ext cx="12191695" cy="6858000"/>
          </a:xfrm>
          <a:prstGeom prst="rect">
            <a:avLst/>
          </a:prstGeom>
        </p:spPr>
      </p:pic>
      <p:pic>
        <p:nvPicPr>
          <p:cNvPr id="4" name="Picture 3" descr="05_nature_epic_01.jpg"/>
          <p:cNvPicPr>
            <a:picLocks noChangeAspect="1"/>
          </p:cNvPicPr>
          <p:nvPr/>
        </p:nvPicPr>
        <p:blipFill>
          <a:blip r:embed="rId4"/>
          <a:stretch>
            <a:fillRect/>
          </a:stretch>
        </p:blipFill>
        <p:spPr>
          <a:xfrm>
            <a:off x="2986887" y="1097280"/>
            <a:ext cx="621792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Reversal</a:t>
            </a:r>
          </a:p>
        </p:txBody>
      </p:sp>
      <p:sp>
        <p:nvSpPr>
          <p:cNvPr id="6" name="Rounded Rectangle 5"/>
          <p:cNvSpPr/>
          <p:nvPr/>
        </p:nvSpPr>
        <p:spPr>
          <a:xfrm>
            <a:off x="530352" y="2779776"/>
            <a:ext cx="4114800" cy="2121408"/>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l"/>
            <a:r>
              <a:rPr sz="1900" b="1">
                <a:solidFill>
                  <a:srgbClr val="FFFFFF"/>
                </a:solidFill>
              </a:rPr>
              <a:t>The truth behind the situation is different from what the protagonist first assumes.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rz3c7e8n.jpg"/>
          <p:cNvPicPr>
            <a:picLocks noChangeAspect="1"/>
          </p:cNvPicPr>
          <p:nvPr/>
        </p:nvPicPr>
        <p:blipFill>
          <a:blip r:embed="rId2"/>
          <a:stretch>
            <a:fillRect/>
          </a:stretch>
        </p:blipFill>
        <p:spPr>
          <a:xfrm>
            <a:off x="0" y="0"/>
            <a:ext cx="12191695" cy="6858000"/>
          </a:xfrm>
          <a:prstGeom prst="rect">
            <a:avLst/>
          </a:prstGeom>
        </p:spPr>
      </p:pic>
      <p:pic>
        <p:nvPicPr>
          <p:cNvPr id="3" name="Picture 2" descr="tmpkfxc62t4.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Why This Movie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Elias stumbles into a role far bigger than expected, and each attempt to survive the absurd rules of the kingdom only pulls the chaos closer.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