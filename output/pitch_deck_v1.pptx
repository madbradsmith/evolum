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ayynkx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53" y="1209572"/>
            <a:ext cx="9997189" cy="443885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4681728"/>
            <a:ext cx="10881360" cy="932688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900" b="1">
                <a:solidFill>
                  <a:srgbClr val="FFFFFF"/>
                </a:solidFill>
              </a:rPr>
              <a:t>I have no words to say right now!!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Logline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 have no words to say right now!!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81hbycq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Synopsis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4572000" cy="2743200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l"/>
            <a:r>
              <a:rPr sz="2000" b="1">
                <a:solidFill>
                  <a:srgbClr val="FFFFFF"/>
                </a:solidFill>
              </a:rPr>
              <a:t>Final Render ready test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Protagonist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" y="4480560"/>
            <a:ext cx="11594592" cy="896112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ELIAS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81hbycq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World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" y="4480560"/>
            <a:ext cx="11594592" cy="896112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feature / fantasy satire comedy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Hook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 have no words to say right now!!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81hbycq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Conflict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Elias must navigate ridiculous power structures, inflated egos, and escalating chaos without losing the part of themselves that makes them dangerous.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Stakes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Elias must navigate ridiculous power structures, inflated egos, and escalating chaos without losing the part of themselves that makes them dangerous.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81hbycq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" y="4480560"/>
            <a:ext cx="11594592" cy="896112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playful, witty, satirical, adventurous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Story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Elias stumbles into a role far bigger than expected, and each attempt to survive the absurd rules of the kingdom only pulls the chaos closer.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81hbycq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Reversal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779776"/>
            <a:ext cx="4114800" cy="2121408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l"/>
            <a:r>
              <a:rPr sz="1900" b="1">
                <a:solidFill>
                  <a:srgbClr val="FFFFFF"/>
                </a:solidFill>
              </a:rPr>
              <a:t>The truth behind the situation is different from what the protagonist first assumes.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437i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mp14jjnq6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bea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671" y="1588499"/>
            <a:ext cx="8290352" cy="3681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03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Why This Movie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927080" cy="877824"/>
          </a:xfrm>
          <a:prstGeom prst="roundRect">
            <a:avLst/>
          </a:prstGeom>
          <a:solidFill>
            <a:srgbClr val="0E0E12"/>
          </a:solidFill>
          <a:ln w="15240">
            <a:solidFill>
              <a:srgbClr val="CED2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46304" bIns="109728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Elias stumbles into a role far bigger than expected, and each attempt to survive the absurd rules of the kingdom only pulls the chaos closer.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