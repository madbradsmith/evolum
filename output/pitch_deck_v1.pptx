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9xdsfgr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53" y="1209572"/>
            <a:ext cx="9997189" cy="44388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" y="4681728"/>
            <a:ext cx="10881360" cy="932688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1900" b="1">
                <a:solidFill>
                  <a:srgbClr val="FFFFFF"/>
                </a:solidFill>
              </a:rPr>
              <a:t>My logline!!!!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g_3378x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Logline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927080" cy="877824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My logline!!!!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eqzftip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Synopsis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4572000" cy="2743200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l"/>
            <a:r>
              <a:rPr sz="2000" b="1">
                <a:solidFill>
                  <a:srgbClr val="FFFFFF"/>
                </a:solidFill>
              </a:rPr>
              <a:t>Synopsis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g_3378x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Protagonist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4480560"/>
            <a:ext cx="11594592" cy="896112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HARRY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eqzftip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4480560"/>
            <a:ext cx="11594592" cy="896112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feature / action espionage thriller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g_3378x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927080" cy="877824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My logline!!!!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eqzftip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Conflict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927080" cy="877824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Harry must protect family, identity, and mission at once as secrets and escalating danger threaten to expose everything.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g_3378x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Stakes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927080" cy="877824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Harry must protect family, identity, and mission at once as secrets and escalating danger threaten to expose everything.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eqzftip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Tone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4480560"/>
            <a:ext cx="11594592" cy="896112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propulsive, high-stakes, witty, cinematic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g_3378x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Story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927080" cy="877824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Harry is forced to balance a hidden life of danger with the illusion of normalcy, until escalating threats pull both worlds into collision.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eqzftip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Reversal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779776"/>
            <a:ext cx="4114800" cy="2121408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l"/>
            <a:r>
              <a:rPr sz="1900" b="1">
                <a:solidFill>
                  <a:srgbClr val="FFFFFF"/>
                </a:solidFill>
              </a:rPr>
              <a:t>The hidden life meant to protect the protagonist's family becomes the very thing that puts them in danger.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xifnz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g_3378x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ea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71" y="1588499"/>
            <a:ext cx="8290352" cy="3681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303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Why This Movie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26280"/>
            <a:ext cx="10927080" cy="877824"/>
          </a:xfrm>
          <a:prstGeom prst="roundRect">
            <a:avLst/>
          </a:prstGeom>
          <a:solidFill>
            <a:srgbClr val="0E0E12"/>
          </a:solidFill>
          <a:ln w="15240">
            <a:solidFill>
              <a:srgbClr val="CED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46304" bIns="109728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Harry is forced to balance a hidden life of danger with the illusion of normalcy, until escalating threats pull both worlds into collision.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